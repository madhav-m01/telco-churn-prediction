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44" r:id="rId1"/>
  </p:sldMasterIdLst>
  <p:notesMasterIdLst>
    <p:notesMasterId r:id="rId5"/>
  </p:notes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5" d="100"/>
          <a:sy n="55" d="100"/>
        </p:scale>
        <p:origin x="1072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D9975D4-42D0-46A2-AE49-3BAF6031AC32}" type="datetimeFigureOut">
              <a:rPr lang="en-IN" smtClean="0"/>
              <a:t>06-03-2026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F86E31-65C6-4CFD-B7F3-A471CDCC28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826390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31BE6A-5809-EF8F-DC29-5155E5C974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098A93C-3F35-4512-13F9-D112217ADD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F1B958-9E9F-18FD-FA43-952D47A574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AA7DF4-80F4-4B14-A37F-13121F91402D}" type="datetime1">
              <a:rPr lang="en-IN" smtClean="0"/>
              <a:t>06-03-2026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53D3EE-8B4F-0D49-96D1-19463842AC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Electronics and Communication Engineering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57F1F5-D5FE-A95D-89A3-B08647CBDC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69FC7C-ECD9-440D-93D2-A6DE49C14B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0069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C6E7B2-3F39-2306-D19B-B7FB048E26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A9E531-5BE4-9FFC-390B-EBA85EABEB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79F60C-27B0-4684-AF8C-D0A28C0BFE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DC2F27-ECA9-4E5A-99ED-68B9BBE406FA}" type="datetime1">
              <a:rPr lang="en-IN" smtClean="0"/>
              <a:t>06-03-2026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F0CF0B-2BC0-F319-8E54-B3397B378E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Electronics and Communication Engineering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0AAFBB-2B8C-B9E5-777F-A7128B9665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69FC7C-ECD9-440D-93D2-A6DE49C14B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253595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2B6F6F-7C51-8118-DC6B-9459613083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3ECD11-23EF-A0B5-29B1-B78920FE99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BBF784-0337-8B9D-D15F-B9B14F729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DC9FD7-0378-45C3-AD97-19A4232A4415}" type="datetime1">
              <a:rPr lang="en-IN" smtClean="0"/>
              <a:t>06-03-2026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F550EF-A877-69F3-8CA1-4C32B24EFD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Electronics and Communication Engineering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D14DE8-1441-2397-3546-3638F4DEDA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69FC7C-ECD9-440D-93D2-A6DE49C14B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34262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CA8486-BC4E-3040-9464-552B0B3D1C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9CE4E2-72CE-A45A-A5E1-800490745DF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92DFA97-5002-9D4C-3497-3F49E417B7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BCDDF9A-8109-A6AA-5165-B9CD8A5BF2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41AE71-8B09-4DF5-B479-EF10DE791AF0}" type="datetime1">
              <a:rPr lang="en-IN" smtClean="0"/>
              <a:t>06-03-2026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9BDEAE-B0F0-4E17-D61D-3427C7E961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Electronics and Communication Engineering</a:t>
            </a:r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9F5155-8299-2348-8B09-E63D28774A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69FC7C-ECD9-440D-93D2-A6DE49C14B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078495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162745-2212-4246-5420-11A3C26628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83FEAD-9C0B-2054-7166-BAE6C83053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D4B2687-467B-ADC6-9B1F-D5709B5722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A4B98B5-1CBC-A093-BD48-55549869079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CB9A94E-7A1A-4660-34E4-68192B35489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79C5C6-35D9-62CD-D30E-C16229691D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CEBA37-803D-4200-B76D-53F6A0A3D823}" type="datetime1">
              <a:rPr lang="en-IN" smtClean="0"/>
              <a:t>06-03-2026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530B40E-52B8-A98F-BBEC-87BFA78382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Electronics and Communication Engineering</a:t>
            </a:r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7BFFE70-07EF-D0E8-DC83-93D4638083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69FC7C-ECD9-440D-93D2-A6DE49C14B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089613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A06E4D-9A23-B3FB-2A1C-DB1413F1C8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5A8E836-3DE7-3914-3AB4-282AC44C9C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89D754-E4B9-4C35-B05C-98E3AD3A5029}" type="datetime1">
              <a:rPr lang="en-IN" smtClean="0"/>
              <a:t>06-03-2026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7D42763-9354-593A-6FE0-A11F385530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Electronics and Communication Engineering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B14DE3A-8F69-DA9D-B107-9C245CF4AF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69FC7C-ECD9-440D-93D2-A6DE49C14B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293816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579D043-2F16-5843-9230-6437034B09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A612C8-BA22-47AD-957B-1881A74E0B57}" type="datetime1">
              <a:rPr lang="en-IN" smtClean="0"/>
              <a:t>06-03-2026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BBA001E-7703-BDC9-1BE6-1AFADFF881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Electronics and Communication Engineering</a:t>
            </a:r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BDAB87-3CC7-67B5-67F5-223CD042D1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69FC7C-ECD9-440D-93D2-A6DE49C14B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605277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B99911-3F60-BD4D-748E-E2EBD624A9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9D6F8F-CB98-92F7-76D3-3FF2E31F11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1B63BC5-4087-52E8-33D8-AD1F27ED8D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AF24F4-A4B0-F785-E46C-CF6C3E8377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C5BA0D-E9F2-4C7C-AEAD-646D659575C7}" type="datetime1">
              <a:rPr lang="en-IN" smtClean="0"/>
              <a:t>06-03-2026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CC37C9-A984-EBE7-C3FF-06F2D0FB51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Electronics and Communication Engineering</a:t>
            </a:r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37B60C-34D5-F400-6DA0-E0A25451D4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69FC7C-ECD9-440D-93D2-A6DE49C14B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66343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AFB023-F6F6-3427-69B6-D3351E6CEE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620CB14-AB37-CD60-6C23-D6551973FB4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E6C5ED-0005-82E7-F80E-8FCA189D92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7A3BCD-E4BF-F4DB-83A5-DA6481C4F9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689E3E-2751-414E-9E81-EB8E2097EF8F}" type="datetime1">
              <a:rPr lang="en-IN" smtClean="0"/>
              <a:t>06-03-2026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D93EFA-6409-2371-2EBA-56B51CBEC0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Electronics and Communication Engineering</a:t>
            </a:r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B1809C-36C5-ECDA-F224-57CD9A74EF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69FC7C-ECD9-440D-93D2-A6DE49C14B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908911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1103DE-436B-10E6-DD6C-6F9DD491C6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9B6E498-E29C-CED5-CB9A-077F27BDB5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590D69-C890-1361-0CF1-F2F024945A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AA41BB-2C22-4126-A864-22391F8015CE}" type="datetime1">
              <a:rPr lang="en-IN" smtClean="0"/>
              <a:t>06-03-2026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22C6AA-572A-9783-28E7-FC64EC7E83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Electronics and Communication Engineering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690363-9CA0-9C73-E960-DE93183C0A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69FC7C-ECD9-440D-93D2-A6DE49C14B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24272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3BB2EF5-CF74-BEA7-DD00-1436DEA5F55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D2CB865-97DB-EBD1-FA75-B98201559F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2502B5-171A-6F65-977F-E7C0C83A9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9410BC-4C77-435D-B2F9-5D9DF95CE159}" type="datetime1">
              <a:rPr lang="en-IN" smtClean="0"/>
              <a:t>06-03-2026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5959E2-36D8-5382-1660-E2C2E46A84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Electronics and Communication Engineering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433E90-0380-2362-852E-D769B080B0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69FC7C-ECD9-440D-93D2-A6DE49C14B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877083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F34521A-6189-CEEC-44DB-11C768735B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4A0FAE-DBCB-A6D0-EDE8-9CC77A8514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C1F4C2-8335-09D2-4B18-A9564AF38C6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6AC4EF-7C55-4828-A98E-EAED1479FF81}" type="datetime1">
              <a:rPr lang="en-IN" smtClean="0"/>
              <a:t>06-03-2026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330F9B-7734-9BB9-E5AF-CB151C56208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Department of Electronics and Communication Engineering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5CA8B3-9863-816D-01A3-61F1A9C13A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69FC7C-ECD9-440D-93D2-A6DE49C14B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37767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7098B1-4EEA-EE78-5006-150B522A1D5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17943" y="1618189"/>
            <a:ext cx="11127129" cy="1534414"/>
          </a:xfrm>
        </p:spPr>
        <p:txBody>
          <a:bodyPr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en-IN" sz="3200" i="1" dirty="0">
                <a:latin typeface="Arial" panose="020B0604020202020204" pitchFamily="34" charset="0"/>
                <a:cs typeface="Arial" panose="020B0604020202020204" pitchFamily="34" charset="0"/>
              </a:rPr>
              <a:t>Presentation on </a:t>
            </a:r>
            <a:br>
              <a:rPr lang="en-IN" sz="4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sz="4000" dirty="0">
                <a:latin typeface="Arial" panose="020B0604020202020204" pitchFamily="34" charset="0"/>
                <a:cs typeface="Arial" panose="020B0604020202020204" pitchFamily="34" charset="0"/>
              </a:rPr>
              <a:t>Title of the Mini Project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6974033-1727-BB8E-7563-7B654DC3BF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3998" y="3429000"/>
            <a:ext cx="9144000" cy="1202776"/>
          </a:xfrm>
        </p:spPr>
        <p:txBody>
          <a:bodyPr>
            <a:normAutofit/>
          </a:bodyPr>
          <a:lstStyle/>
          <a:p>
            <a:pPr algn="ctr"/>
            <a:r>
              <a:rPr lang="en-IN" b="1" i="1" dirty="0">
                <a:latin typeface="Arial" panose="020B0604020202020204" pitchFamily="34" charset="0"/>
                <a:cs typeface="Arial" panose="020B0604020202020204" pitchFamily="34" charset="0"/>
              </a:rPr>
              <a:t>Group members</a:t>
            </a:r>
          </a:p>
          <a:p>
            <a:pPr algn="ctr"/>
            <a:r>
              <a:rPr lang="en-IN" b="1" i="1" dirty="0">
                <a:latin typeface="Arial" panose="020B0604020202020204" pitchFamily="34" charset="0"/>
                <a:cs typeface="Arial" panose="020B0604020202020204" pitchFamily="34" charset="0"/>
              </a:rPr>
              <a:t>&lt;Name&gt;         &lt;Number&gt;</a:t>
            </a:r>
          </a:p>
          <a:p>
            <a:pPr algn="ctr"/>
            <a:endParaRPr lang="en-IN" b="1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IN" b="1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7F9531F-EAA7-A982-6C2D-7E5AFDCB6B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6999" y="83776"/>
            <a:ext cx="10509812" cy="152768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23E1615-0791-4948-5D82-8C588773254E}"/>
              </a:ext>
            </a:extLst>
          </p:cNvPr>
          <p:cNvSpPr txBox="1"/>
          <p:nvPr/>
        </p:nvSpPr>
        <p:spPr>
          <a:xfrm>
            <a:off x="2186796" y="6421122"/>
            <a:ext cx="83894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Department of Electronics and Communication Engineering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7B3622A-5064-713A-FA97-E4582EFAB81B}"/>
              </a:ext>
            </a:extLst>
          </p:cNvPr>
          <p:cNvSpPr txBox="1"/>
          <p:nvPr/>
        </p:nvSpPr>
        <p:spPr>
          <a:xfrm>
            <a:off x="4964054" y="5607776"/>
            <a:ext cx="2816797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b="1" i="1" dirty="0">
                <a:latin typeface="Arial" panose="020B0604020202020204" pitchFamily="34" charset="0"/>
                <a:cs typeface="Arial" panose="020B0604020202020204" pitchFamily="34" charset="0"/>
              </a:rPr>
              <a:t>Under the guidance of</a:t>
            </a:r>
          </a:p>
          <a:p>
            <a:pPr algn="ctr"/>
            <a:r>
              <a:rPr lang="en-IN" sz="2000" b="1" i="1" dirty="0">
                <a:latin typeface="Arial" panose="020B0604020202020204" pitchFamily="34" charset="0"/>
                <a:cs typeface="Arial" panose="020B0604020202020204" pitchFamily="34" charset="0"/>
              </a:rPr>
              <a:t>&lt;Name of the Guide&gt; </a:t>
            </a:r>
          </a:p>
          <a:p>
            <a:pPr algn="ctr"/>
            <a:endParaRPr lang="en-IN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560740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B530536E-78FA-60EB-0E0C-E423827F7B0C}"/>
              </a:ext>
            </a:extLst>
          </p:cNvPr>
          <p:cNvSpPr txBox="1"/>
          <p:nvPr/>
        </p:nvSpPr>
        <p:spPr>
          <a:xfrm>
            <a:off x="1238491" y="1502110"/>
            <a:ext cx="10350911" cy="60016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Slide 1- Outline of Presentation</a:t>
            </a:r>
          </a:p>
          <a:p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Slide 2- Introduction</a:t>
            </a:r>
          </a:p>
          <a:p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Slide 3-Literature Survey</a:t>
            </a:r>
          </a:p>
          <a:p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Slide4- Problem Statement</a:t>
            </a:r>
          </a:p>
          <a:p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Slide 5 – Proposed method/ Structure/ System</a:t>
            </a:r>
          </a:p>
          <a:p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Slide 6 – Hardware/ software requirements</a:t>
            </a:r>
          </a:p>
          <a:p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Slide 7- Implementation updates (how much work done)</a:t>
            </a:r>
          </a:p>
          <a:p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Slide 8 – Partial/ Full Results (paper written for conference/ Journal/ patent</a:t>
            </a:r>
          </a:p>
          <a:p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if any possible)</a:t>
            </a:r>
          </a:p>
          <a:p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Slide 9- Advantages, Applications</a:t>
            </a:r>
          </a:p>
          <a:p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Slide10- Budget (if any)</a:t>
            </a:r>
          </a:p>
          <a:p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Slide11- work flow for remaining work</a:t>
            </a:r>
          </a:p>
          <a:p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Slide 12-Future Scope</a:t>
            </a:r>
          </a:p>
          <a:p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Slide 13- References</a:t>
            </a:r>
          </a:p>
          <a:p>
            <a:endParaRPr lang="en-IN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44E861E-8259-99C6-B566-7E3F6F9D7A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3132" y="33090"/>
            <a:ext cx="7257326" cy="10549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37933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1384C92E-E448-8BB0-DDE3-CAE411247E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3132" y="33090"/>
            <a:ext cx="7257326" cy="10549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01620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94</TotalTime>
  <Words>116</Words>
  <Application>Microsoft Office PowerPoint</Application>
  <PresentationFormat>Widescreen</PresentationFormat>
  <Paragraphs>20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Presentation on  Title of the Mini Project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priya chavali</dc:creator>
  <cp:lastModifiedBy>priya chavali</cp:lastModifiedBy>
  <cp:revision>3</cp:revision>
  <dcterms:created xsi:type="dcterms:W3CDTF">2026-03-06T06:52:14Z</dcterms:created>
  <dcterms:modified xsi:type="dcterms:W3CDTF">2026-03-06T08:26:43Z</dcterms:modified>
</cp:coreProperties>
</file>